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563EB"/>
                </a:solidFill>
                <a:latin typeface="Calibri"/>
              </a:rPr>
              <a:t>ICT 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ICT Asset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43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BD5E1"/>
                </a:solidFill>
                <a:latin typeface="Calibri"/>
              </a:rPr>
              <a:t>A web and mobile solution for tracking, assigning, and reporting on organizational assets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Prepared for: [Audience]     |    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563EB"/>
                </a:solidFill>
                <a:latin typeface="Calibri"/>
              </a:rP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Asset tracking today is manual and hard to 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54864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 Spreadsheets and paper logs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     No single source of truth for what the organization owns, or who has it.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 Slow, error-prone intake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     New equipment sits undocumented until someone remembers to log it.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 No real-time visibility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     Managers can't answer “what do we own?” or “who has it?” without asking around.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 Maintenance history gets lost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     Repairs and servicing aren't tied to the asset, so patterns go unnoticed.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 No audit trail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     When something changes, there's no record of who did it or when.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563EB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One system, two ways to use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54864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4937760" cy="4114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21488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Web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260604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475569"/>
                </a:solidFill>
                <a:latin typeface="Calibri"/>
              </a:rPr>
              <a:t>For oversight, reporting, and full administration.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3246120"/>
            <a:ext cx="4297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Fleet-wide visibility for admins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Personal view for every user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Departments, locations, maintenance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One-click PDF reports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920240"/>
            <a:ext cx="4937760" cy="4114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1488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Mobile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60604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475569"/>
                </a:solidFill>
                <a:latin typeface="Calibri"/>
              </a:rPr>
              <a:t>For the Asset Team, logging equipment on the spot.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246120"/>
            <a:ext cx="4297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Log a new asset in seconds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Browse, search, and edit on the go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Same live data as the web dashboard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Works from any Android device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72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475569"/>
                </a:solidFill>
                <a:latin typeface="Calibri"/>
              </a:rPr>
              <a:t>Both run on the same backend and database — nothing is ever out of sync.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563EB"/>
                </a:solidFill>
                <a:latin typeface="Calibri"/>
              </a:rPr>
              <a:t>KEY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Everything the Asset Team needs,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54864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Asset Intake &amp;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96312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75569"/>
                </a:solidFill>
                <a:latin typeface="Calibri"/>
              </a:rPr>
              <a:t>Type, condition, model, serial number, tag, assignee, dates, and warranty — all in one 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96596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Role-Based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96312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75569"/>
                </a:solidFill>
                <a:latin typeface="Calibri"/>
              </a:rPr>
              <a:t>Admins see and manage everything; regular users see only what's relevant to them.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1188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49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Departments &amp; Locations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42232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75569"/>
                </a:solidFill>
                <a:latin typeface="Calibri"/>
              </a:rPr>
              <a:t>Assets are tied to where they are and who they belong to organizationally.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61188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749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Maintenance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142232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75569"/>
                </a:solidFill>
                <a:latin typeface="Calibri"/>
              </a:rPr>
              <a:t>Every service event is logged against the asset it belongs 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5780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PDF Reporting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88152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75569"/>
                </a:solidFill>
                <a:latin typeface="Calibri"/>
              </a:rPr>
              <a:t>Generate a shareable report from the web dashboard or straight from the mobile app.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525780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Full Audit Trail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788152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75569"/>
                </a:solidFill>
                <a:latin typeface="Calibri"/>
              </a:rPr>
              <a:t>Every create, edit, and delete is recorded — who, what, and when.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563EB"/>
                </a:solidFill>
                <a:latin typeface="Calibri"/>
              </a:rPr>
              <a:t>WEB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Admins get complete, fleet-wide oversight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54864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892807"/>
            <a:ext cx="6912864" cy="444398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ck-adm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5960"/>
            <a:ext cx="6876288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21031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Live stats at a glance</a:t>
            </a:r>
          </a:p>
          <a:p>
            <a:pPr>
              <a:spcAft>
                <a:spcPts val="1800"/>
              </a:spcAft>
            </a:pPr>
            <a:r>
              <a:rPr sz="1200">
                <a:solidFill>
                  <a:srgbClr val="475569"/>
                </a:solidFill>
                <a:latin typeface="Calibri"/>
              </a:rPr>
              <a:t>     Total assets, active count, unassigned, and total value.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Visual breakdowns</a:t>
            </a:r>
          </a:p>
          <a:p>
            <a:pPr>
              <a:spcAft>
                <a:spcPts val="1800"/>
              </a:spcAft>
            </a:pPr>
            <a:r>
              <a:rPr sz="1200">
                <a:solidFill>
                  <a:srgbClr val="475569"/>
                </a:solidFill>
                <a:latin typeface="Calibri"/>
              </a:rPr>
              <a:t>     By status and by category, updated in real time.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Full management sidebar</a:t>
            </a:r>
          </a:p>
          <a:p>
            <a:pPr>
              <a:spcAft>
                <a:spcPts val="1800"/>
              </a:spcAft>
            </a:pPr>
            <a:r>
              <a:rPr sz="1200">
                <a:solidFill>
                  <a:srgbClr val="475569"/>
                </a:solidFill>
                <a:latin typeface="Calibri"/>
              </a:rPr>
              <a:t>     Users, Departments, Locations, Maintenance, Reports, Audit Logs, Settings.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563EB"/>
                </a:solidFill>
                <a:latin typeface="Calibri"/>
              </a:rPr>
              <a:t>WEB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Regular users get a focused, personal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54864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892807"/>
            <a:ext cx="6912864" cy="444398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ck-user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5960"/>
            <a:ext cx="6876288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21031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Only their own assets</a:t>
            </a:r>
          </a:p>
          <a:p>
            <a:pPr>
              <a:spcAft>
                <a:spcPts val="1800"/>
              </a:spcAft>
            </a:pPr>
            <a:r>
              <a:rPr sz="1200">
                <a:solidFill>
                  <a:srgbClr val="475569"/>
                </a:solidFill>
                <a:latin typeface="Calibri"/>
              </a:rPr>
              <a:t>     No clutter from equipment that isn't theirs.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Self-service</a:t>
            </a:r>
          </a:p>
          <a:p>
            <a:pPr>
              <a:spcAft>
                <a:spcPts val="1800"/>
              </a:spcAft>
            </a:pPr>
            <a:r>
              <a:rPr sz="1200">
                <a:solidFill>
                  <a:srgbClr val="475569"/>
                </a:solidFill>
                <a:latin typeface="Calibri"/>
              </a:rPr>
              <a:t>     Log and edit their own assets without waiting on an admin.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Same simple design language</a:t>
            </a:r>
          </a:p>
          <a:p>
            <a:pPr>
              <a:spcAft>
                <a:spcPts val="1800"/>
              </a:spcAft>
            </a:pPr>
            <a:r>
              <a:rPr sz="1200">
                <a:solidFill>
                  <a:srgbClr val="475569"/>
                </a:solidFill>
                <a:latin typeface="Calibri"/>
              </a:rPr>
              <a:t>     As the admin view — consistent, low learning curve.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563EB"/>
                </a:solidFill>
                <a:latin typeface="Calibri"/>
              </a:rPr>
              <a:t>MOBILE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Log a new asset the moment it arrives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54864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688" y="1709928"/>
            <a:ext cx="2752344" cy="46268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ck-mobile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83080"/>
            <a:ext cx="2184273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33087" y="1709928"/>
            <a:ext cx="2752344" cy="46268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ck-mobile-int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783080"/>
            <a:ext cx="2184273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9520" y="21031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Home</a:t>
            </a:r>
          </a:p>
          <a:p>
            <a:pPr>
              <a:spcAft>
                <a:spcPts val="1800"/>
              </a:spcAft>
            </a:pPr>
            <a:r>
              <a:rPr sz="1200">
                <a:solidFill>
                  <a:srgbClr val="475569"/>
                </a:solidFill>
                <a:latin typeface="Calibri"/>
              </a:rPr>
              <a:t>     One tap to New Intake, Assets, or Search — nothing to hunt for.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New Intake form</a:t>
            </a:r>
          </a:p>
          <a:p>
            <a:pPr>
              <a:spcAft>
                <a:spcPts val="1800"/>
              </a:spcAft>
            </a:pPr>
            <a:r>
              <a:rPr sz="1200">
                <a:solidFill>
                  <a:srgbClr val="475569"/>
                </a:solidFill>
                <a:latin typeface="Calibri"/>
              </a:rPr>
              <a:t>     Type, condition, status, model, serial, tag, assignee, dates, and warranty.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No more paperwork</a:t>
            </a:r>
          </a:p>
          <a:p>
            <a:pPr>
              <a:spcAft>
                <a:spcPts val="1800"/>
              </a:spcAft>
            </a:pPr>
            <a:r>
              <a:rPr sz="1200">
                <a:solidFill>
                  <a:srgbClr val="475569"/>
                </a:solidFill>
                <a:latin typeface="Calibri"/>
              </a:rPr>
              <a:t>     The Asset Team logs equipment on the spot, right at the desk.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563EB"/>
                </a:solidFill>
                <a:latin typeface="Calibri"/>
              </a:rPr>
              <a:t>MOBILE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Find and update any asset in seconds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54864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688" y="1709928"/>
            <a:ext cx="2752344" cy="46268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ck-mobile-as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83080"/>
            <a:ext cx="2184273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33087" y="1709928"/>
            <a:ext cx="2752344" cy="46268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ck-mobile-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783080"/>
            <a:ext cx="2184273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9520" y="21031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Browse &amp; edit</a:t>
            </a:r>
          </a:p>
          <a:p>
            <a:pPr>
              <a:spcAft>
                <a:spcPts val="1800"/>
              </a:spcAft>
            </a:pPr>
            <a:r>
              <a:rPr sz="1200">
                <a:solidFill>
                  <a:srgbClr val="475569"/>
                </a:solidFill>
                <a:latin typeface="Calibri"/>
              </a:rPr>
              <a:t>     Every recent intake, with one tap to correct or update it.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Instant search</a:t>
            </a:r>
          </a:p>
          <a:p>
            <a:pPr>
              <a:spcAft>
                <a:spcPts val="1800"/>
              </a:spcAft>
            </a:pPr>
            <a:r>
              <a:rPr sz="1200">
                <a:solidFill>
                  <a:srgbClr val="475569"/>
                </a:solidFill>
                <a:latin typeface="Calibri"/>
              </a:rPr>
              <a:t>     By name, category, serial number, or asset tag.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Generate a report</a:t>
            </a:r>
          </a:p>
          <a:p>
            <a:pPr>
              <a:spcAft>
                <a:spcPts val="1800"/>
              </a:spcAft>
            </a:pPr>
            <a:r>
              <a:rPr sz="1200">
                <a:solidFill>
                  <a:srgbClr val="475569"/>
                </a:solidFill>
                <a:latin typeface="Calibri"/>
              </a:rPr>
              <a:t>     PDF export, right from the phone.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563EB"/>
                </a:solidFill>
                <a:latin typeface="Calibri"/>
              </a:rPr>
              <a:t>SECURITY &amp;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Access is controlled, and every change is recorded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54864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 One secure login</a:t>
            </a:r>
          </a:p>
          <a:p>
            <a:pPr>
              <a:spcAft>
                <a:spcPts val="18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     The same login screen recognizes who you are and shows the right interface.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 Controlled access</a:t>
            </a:r>
          </a:p>
          <a:p>
            <a:pPr>
              <a:spcAft>
                <a:spcPts val="18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     Admins manage the whole fleet; regular users only see and edit their own assets.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 Session security</a:t>
            </a:r>
          </a:p>
          <a:p>
            <a:pPr>
              <a:spcAft>
                <a:spcPts val="18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     Logins expire automatically after a period of inactivity.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•  Complete audit log</a:t>
            </a:r>
          </a:p>
          <a:p>
            <a:pPr>
              <a:spcAft>
                <a:spcPts val="18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     Every asset, user, and record change is timestamped and attributed.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563EB"/>
                </a:solidFill>
                <a:latin typeface="Calibri"/>
              </a:rPr>
              <a:t>THE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What this means for the organization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94560"/>
            <a:ext cx="2514600" cy="35661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Time saved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46120"/>
            <a:ext cx="2057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BD5E1"/>
                </a:solidFill>
                <a:latin typeface="Calibri"/>
              </a:rPr>
              <a:t>Minutes, not paperwork, to log or find an asset.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194560"/>
            <a:ext cx="2514600" cy="35661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46888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Accountability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3246120"/>
            <a:ext cx="2057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BD5E1"/>
                </a:solidFill>
                <a:latin typeface="Calibri"/>
              </a:rPr>
              <a:t>Always know who has what, and who changed what.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194560"/>
            <a:ext cx="2514600" cy="35661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46888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Fewer lost assets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246120"/>
            <a:ext cx="2057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BD5E1"/>
                </a:solidFill>
                <a:latin typeface="Calibri"/>
              </a:rPr>
              <a:t>Nothing sits untracked between the desk and a spreadsheet.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194560"/>
            <a:ext cx="2514600" cy="35661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46888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Real-time 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3246120"/>
            <a:ext cx="2057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BD5E1"/>
                </a:solidFill>
                <a:latin typeface="Calibri"/>
              </a:rPr>
              <a:t>Leadership can see the full fleet, valued and categorized, instantly.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43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BD5E1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